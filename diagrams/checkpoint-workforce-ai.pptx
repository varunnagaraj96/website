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Point Workforce AI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331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Infinity AI Copilot augments SOC analysts and automates response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97480" y="4411980"/>
            <a:ext cx="1463040" cy="91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4411980"/>
            <a:ext cx="1463040" cy="91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9400" y="4411980"/>
            <a:ext cx="1463040" cy="91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4411980"/>
            <a:ext cx="1463040" cy="91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4160520"/>
            <a:ext cx="502920" cy="502920"/>
          </a:xfrm>
          <a:prstGeom prst="ellipse">
            <a:avLst/>
          </a:prstGeom>
          <a:solidFill>
            <a:srgbClr val="BFDB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47731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4160520"/>
            <a:ext cx="502920" cy="502920"/>
          </a:xfrm>
          <a:prstGeom prst="ellipse">
            <a:avLst/>
          </a:prstGeom>
          <a:solidFill>
            <a:srgbClr val="FDE68A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47731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4160520"/>
            <a:ext cx="502920" cy="502920"/>
          </a:xfrm>
          <a:prstGeom prst="ellipse">
            <a:avLst/>
          </a:prstGeom>
          <a:solidFill>
            <a:srgbClr val="C7D2FE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7731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4160520"/>
            <a:ext cx="502920" cy="502920"/>
          </a:xfrm>
          <a:prstGeom prst="ellipse">
            <a:avLst/>
          </a:prstGeom>
          <a:solidFill>
            <a:srgbClr val="C7D2FE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47731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0" y="4160520"/>
            <a:ext cx="502920" cy="502920"/>
          </a:xfrm>
          <a:prstGeom prst="ellipse">
            <a:avLst/>
          </a:prstGeom>
          <a:solidFill>
            <a:srgbClr val="E2E8F0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64040" y="47731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Point Workforce AI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Infinity AI Copilot augments SOC analysts and automates response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92240" y="960120"/>
            <a:ext cx="3291840" cy="4617720"/>
          </a:xfrm>
          <a:prstGeom prst="roundRect">
            <a:avLst>
              <a:gd name="adj" fmla="val 3333"/>
            </a:avLst>
          </a:prstGeom>
          <a:ln w="12700">
            <a:solidFill>
              <a:srgbClr val="64748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92240" y="101498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Workforce (Human + AI)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3520440"/>
            <a:ext cx="27432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4114800" y="2834640"/>
            <a:ext cx="274320" cy="6858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03520" y="3337560"/>
            <a:ext cx="9144" cy="1645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6217920" y="1668780"/>
            <a:ext cx="502920" cy="8915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17920" y="2834640"/>
            <a:ext cx="502920" cy="4343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17920" y="3200400"/>
            <a:ext cx="502920" cy="16687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8160" y="2057400"/>
            <a:ext cx="9144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9555480" y="2651760"/>
            <a:ext cx="502920" cy="6172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9555480" y="3017520"/>
            <a:ext cx="502920" cy="18516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927080" y="3154680"/>
            <a:ext cx="9144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5760" y="310896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BFDBFE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Telemetry &amp; Alerts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· endpoint · cloud · email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7440" y="310896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DE68A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2316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ThreatCloud AI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Threat Intel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90M+ sensors, real-time feeds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23317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C7D2FE"/>
          </a:solidFill>
          <a:ln w="15875">
            <a:solidFill>
              <a:srgbClr val="4F46E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34840" y="2377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Infinity AI Copilot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Reasoning Engine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correlates, prioritizes, recommends actions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89120" y="49834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99F6E4"/>
          </a:solidFill>
          <a:ln w="15875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34840" y="5029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 Knowledge Graph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IOCs, TTPs, case history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20840" y="128016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C7D2FE"/>
          </a:solidFill>
          <a:ln w="15875">
            <a:solidFill>
              <a:srgbClr val="4F46E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1325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Analyst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Triage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copilot-ranked alerts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20840" y="288036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C7D2FE"/>
          </a:solidFill>
          <a:ln w="15875">
            <a:solidFill>
              <a:srgbClr val="4F46E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66560" y="2926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Analyst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&amp; Response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deep-dives escalated cases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20840" y="448056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C7D2FE"/>
          </a:solidFill>
          <a:ln w="15875">
            <a:solidFill>
              <a:srgbClr val="4F46E5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66560" y="4526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Automated Playbooks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auto-blocks known threats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58400" y="23317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ECACA"/>
          </a:solidFill>
          <a:ln w="15875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10412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/ Remediated Incident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with audit trail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58400" y="39776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 w="15875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104120" y="4023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Estate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· cloud · endpoint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mobile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737360" y="2679192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3630168"/>
            <a:ext cx="1005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424160" y="3447288"/>
            <a:ext cx="10058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617220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BFDBFE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" y="6126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source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194560" y="617220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DE68A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14016" y="6126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threat intel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023360" y="617220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C7D2FE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42816" y="6126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analyst process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52160" y="617220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99F6E4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71616" y="6126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store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680960" y="617220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ECACA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00416" y="6126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outcome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509760" y="617220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29216" y="6126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assets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 Point Workforce AI</dc:title>
  <dc:subject>PptxGenJS Presentation</dc:subject>
  <dc:creator>Check Point Workforce AI</dc:creator>
  <cp:lastModifiedBy>Check Point Workforce AI</cp:lastModifiedBy>
  <cp:revision>1</cp:revision>
  <dcterms:created xsi:type="dcterms:W3CDTF">2026-07-26T18:07:37Z</dcterms:created>
  <dcterms:modified xsi:type="dcterms:W3CDTF">2026-07-26T18:07:37Z</dcterms:modified>
</cp:coreProperties>
</file>